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126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Olist Logistics Audit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Delivery Performance and Customer Satisfaction Analysis</a:t>
            </a:r>
          </a:p>
          <a:p>
            <a:r>
              <a:t>Brazilian E-commerce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Determine whether delivery delays contribute to negative customer reviews.</a:t>
            </a:r>
          </a:p>
          <a:p>
            <a:r>
              <a:t>Identify whether logistics issues are regional or nationwide.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93.23% of delivered orders arrived on time.</a:t>
            </a:r>
          </a:p>
          <a:p>
            <a:r>
              <a:t>6.77% of delivered orders arrived late.</a:t>
            </a:r>
          </a:p>
          <a:p>
            <a:r>
              <a:t>Several states experienced significantly higher delay rates.</a:t>
            </a:r>
          </a:p>
          <a:p>
            <a:r>
              <a:t>Customer satisfaction declined as delivery delays increased.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Sentiment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On-Time Deliveries: 4.29 / 5 average review score.</a:t>
            </a:r>
          </a:p>
          <a:p>
            <a:r>
              <a:t>Late Deliveries: 2.99 / 5 average review score.</a:t>
            </a:r>
          </a:p>
          <a:p>
            <a:r>
              <a:t>Super Late Deliveries: 1.75 / 5 average review score.</a:t>
            </a:r>
          </a:p>
          <a:p>
            <a:r>
              <a:t>Delivery performance has a measurable impact on customer satisfaction.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Prioritize operational improvements in high-delay states.</a:t>
            </a:r>
          </a:p>
          <a:p>
            <a:r>
              <a:t>Monitor state-level delivery KPIs.</a:t>
            </a:r>
          </a:p>
          <a:p>
            <a:r>
              <a:t>Improve delivery-date forecasting accuracy.</a:t>
            </a:r>
          </a:p>
          <a:p>
            <a:r>
              <a:t>Communicate delays proactively to customers.</a:t>
            </a:r>
          </a:p>
          <a:p>
            <a:r>
              <a:t>Track customer sentiment alongside logistics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Olist Logistics Audit</vt:lpstr>
      <vt:lpstr>Problem Statement</vt:lpstr>
      <vt:lpstr>Key Findings</vt:lpstr>
      <vt:lpstr>Customer Sentiment Impact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Logistics Audit</dc:title>
  <dc:subject/>
  <dc:creator/>
  <cp:keywords/>
  <dc:description>generated using python-pptx</dc:description>
  <cp:lastModifiedBy>Mawuena Benjamin Aforme</cp:lastModifiedBy>
  <cp:revision>1</cp:revision>
  <dcterms:created xsi:type="dcterms:W3CDTF">2013-01-27T09:14:16Z</dcterms:created>
  <dcterms:modified xsi:type="dcterms:W3CDTF">2026-05-29T15:21:50Z</dcterms:modified>
  <cp:category/>
</cp:coreProperties>
</file>